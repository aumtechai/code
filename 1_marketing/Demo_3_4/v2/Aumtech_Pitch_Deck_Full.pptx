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42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75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CHALLENGE</a:t>
            </a:r>
          </a:p>
          <a:p>
            <a:r>
              <a:t>Fragmented Academic Data</a:t>
            </a:r>
          </a:p>
          <a:p>
            <a:endParaRPr/>
          </a:p>
          <a:p>
            <a:r>
              <a:t>Today, universities face an enormous challenge. Thousands of students — each with a unique academic journey... aumtech.ai changes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COST OF INEFFICIENCY</a:t>
            </a:r>
          </a:p>
          <a:p>
            <a:r>
              <a:t>Administrative Overload</a:t>
            </a:r>
          </a:p>
          <a:p>
            <a:endParaRPr/>
          </a:p>
          <a:p>
            <a:r>
              <a:t>Healthcare got diagnostic AI. Legal got contract automation. But the university has been left behind... until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MEET AURA</a:t>
            </a:r>
          </a:p>
          <a:p>
            <a:r>
              <a:t>Agentic Student Success</a:t>
            </a:r>
          </a:p>
          <a:p>
            <a:endParaRPr/>
          </a:p>
          <a:p>
            <a:r>
              <a:t>Meet aumtech.ai — the world's first Agentic Student Success Platform. An intelligent academic operating system that thinks alongside every 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</a:t>
            </a:r>
          </a:p>
          <a:p>
            <a:r>
              <a:t>EdNex &amp; Aura</a:t>
            </a:r>
          </a:p>
          <a:p>
            <a:endParaRPr/>
          </a:p>
          <a:p>
            <a:r>
              <a:t>Project EdNex functions as a DataStream conduit, securely normalizing legacy data into a unified cloud hub for Aura's intelligence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PRIVACY &amp; SECURITY</a:t>
            </a:r>
          </a:p>
          <a:p>
            <a:r>
              <a:t>Enterprise Grade AI</a:t>
            </a:r>
          </a:p>
          <a:p>
            <a:endParaRPr/>
          </a:p>
          <a:p>
            <a:r>
              <a:t>Every request passes through our Aura Privacy Gateway, where sensitive student PII is automatically stripped and tokenized.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LOGIN PAGE</a:t>
            </a:r>
          </a:p>
          <a:p>
            <a:r>
              <a:t>Your AI Navigator Starts Here</a:t>
            </a:r>
          </a:p>
          <a:p>
            <a:endParaRPr/>
          </a:p>
          <a:p>
            <a:r>
              <a:t>The sign-in experience is clean and professional. Students log in with their university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PERSONALIZED DASHBOARD</a:t>
            </a:r>
          </a:p>
          <a:p>
            <a:r>
              <a:t>Live Success Metrics</a:t>
            </a:r>
          </a:p>
          <a:p>
            <a:endParaRPr/>
          </a:p>
          <a:p>
            <a:r>
              <a:t>Welcome to the Student Dashboard. The first thing a student sees is a warm, personalized greeting from Aura. The On-Track Score reflects real-time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GET AURA (AI CHAT)</a:t>
            </a:r>
          </a:p>
          <a:p>
            <a:r>
              <a:t>Conversational Guidance</a:t>
            </a:r>
          </a:p>
          <a:p>
            <a:endParaRPr/>
          </a:p>
          <a:p>
            <a:r>
              <a:t>At the heart of aumtech.ai is Aura — a conversational academic agent powered by Google Gemini. It knows your courses, grades, and calendar.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ACADEMIC ROADMAP</a:t>
            </a:r>
          </a:p>
          <a:p>
            <a:r>
              <a:t>Courses &amp; Progression</a:t>
            </a:r>
          </a:p>
          <a:p>
            <a:endParaRPr/>
          </a:p>
          <a:p>
            <a:r>
              <a:t>Under Academics, students get a clear view of every course. The Degree Roadmap shows the entire journey visually. No more mysterious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TUTORING CENTER</a:t>
            </a:r>
          </a:p>
          <a:p>
            <a:r>
              <a:t>Intelligent Triage</a:t>
            </a:r>
          </a:p>
          <a:p>
            <a:endParaRPr/>
          </a:p>
          <a:p>
            <a:r>
              <a:t>Syncs directly with Canvas/Blackboard. Our AI analyzes triage notes, generates TA briefs, and load-balances sessions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WELLNESS &amp; PRODUCTIVITY</a:t>
            </a:r>
          </a:p>
          <a:p>
            <a:r>
              <a:t>The Whole Student</a:t>
            </a:r>
          </a:p>
          <a:p>
            <a:endParaRPr/>
          </a:p>
          <a:p>
            <a:r>
              <a:t>Wellness Check-ins personalize recommendations. The Study Timer provides focus tools integrated into your success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HOLDS CENTER</a:t>
            </a:r>
          </a:p>
          <a:p>
            <a:r>
              <a:t>Transparent Resolution</a:t>
            </a:r>
          </a:p>
          <a:p>
            <a:endParaRPr/>
          </a:p>
          <a:p>
            <a:r>
              <a:t>Shows every active hold in plain language: what it is, why it exists, and how much is owed. One click to resolve.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FINANCIAL AID NEXUS</a:t>
            </a:r>
          </a:p>
          <a:p>
            <a:r>
              <a:t>Scholarship Matching</a:t>
            </a:r>
          </a:p>
          <a:p>
            <a:endParaRPr/>
          </a:p>
          <a:p>
            <a:r>
              <a:t>Gemini analyzes your GPA, major, and interests against available scholarships. Draft personal statements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INSTITUTIONAL ANALYTICS</a:t>
            </a:r>
          </a:p>
          <a:p>
            <a:r>
              <a:t>Dean's Dashboard</a:t>
            </a:r>
          </a:p>
          <a:p>
            <a:endParaRPr/>
          </a:p>
          <a:p>
            <a:r>
              <a:t>Admins see a live risk dashboard. Launch outreach campaigns in a click. See tutoring demand and TA impact in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393</Words>
  <Application>Microsoft Office PowerPoint</Application>
  <PresentationFormat>Widescreen</PresentationFormat>
  <Paragraphs>56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ramkumar gudivada</cp:lastModifiedBy>
  <cp:revision>2</cp:revision>
  <dcterms:created xsi:type="dcterms:W3CDTF">2013-01-27T09:14:16Z</dcterms:created>
  <dcterms:modified xsi:type="dcterms:W3CDTF">2026-03-17T00:49:38Z</dcterms:modified>
  <cp:category/>
</cp:coreProperties>
</file>