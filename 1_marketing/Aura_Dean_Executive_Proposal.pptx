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Aura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Elevating Student Success &amp; Institutional Excellence</a:t>
            </a:r>
          </a:p>
          <a:p>
            <a:r>
              <a:t>Personalized Academic Navigation at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 Modern Student Success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Institutions face unprecedented pressure to improve retention and graduation rates:</a:t>
            </a:r>
          </a:p>
          <a:p>
            <a:r>
              <a:t>• Retention Gaps: Identifying at-risk students before they disengage.</a:t>
            </a:r>
          </a:p>
          <a:p>
            <a:r>
              <a:t>• Resource Overload: Faculty and advisors are stretched thin.</a:t>
            </a:r>
          </a:p>
          <a:p>
            <a:r>
              <a:t>• Wellness &amp; Mental Health: Holistic student support is no longer optional.</a:t>
            </a:r>
          </a:p>
          <a:p>
            <a:r>
              <a:t>• Fragmented Systems: SIS, LMS, and Student Life data living in silos.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 Aura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Personalizing the Student Journey through Proactive AI Intelligence</a:t>
            </a:r>
          </a:p>
          <a:p>
            <a:r>
              <a:t>Aura is not just a chatbot; it's a unified academic ecosystem that connects institutional data with the student's daily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 Unified Solution for Campus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Proactive: Detects drops in engagement and GPA automatically.</a:t>
            </a:r>
          </a:p>
          <a:p>
            <a:r>
              <a:t>• Integrative: Seamlessly verified middleware (EdNex) for SIS/LMS.</a:t>
            </a:r>
          </a:p>
          <a:p>
            <a:r>
              <a:t>• Scalable: 24/7 support for 10,000+ students without increasing headcount.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Pillar 1: Proactive Academic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Aura monitors the 'On-Track' score of every student.</a:t>
            </a:r>
          </a:p>
          <a:p>
            <a:r>
              <a:t>• Early Warning System: Alerts advisors to critical GPA drops.</a:t>
            </a:r>
          </a:p>
          <a:p>
            <a:r>
              <a:t>• SMART Course Load: Recommends schedules based on historic success paths.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Pillar 2: The 24/7 AI Navigator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Immediate, accurate answers for the student's entire academic life.</a:t>
            </a:r>
          </a:p>
          <a:p>
            <a:r>
              <a:t>• Dynamic holds resolution.</a:t>
            </a:r>
          </a:p>
          <a:p>
            <a:r>
              <a:t>• Financial aid status and scholarship matching.</a:t>
            </a:r>
          </a:p>
          <a:p>
            <a:r>
              <a:t>• Course prerequisites and degree roadmap visualization.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Pillar 3: Specialized Learning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Closing the loop between identifying a struggle and mastering the material.</a:t>
            </a:r>
          </a:p>
          <a:p>
            <a:r>
              <a:t>• Instant Tutor Matching: Connecting students with peer and AI tutors.</a:t>
            </a:r>
          </a:p>
          <a:p>
            <a:r>
              <a:t>• Syllabus Scanner: Breaking down complex course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Pillar 4: Holistic Student Wellness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University Deans recognize that student success depends on wellness.</a:t>
            </a:r>
          </a:p>
          <a:p>
            <a:r>
              <a:t>• Non-academic intervention (Financial, Social, Emotional).</a:t>
            </a:r>
          </a:p>
          <a:p>
            <a:r>
              <a:t>• Connection to Campus Resources: Directly booking wellness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Institutional Intelligence for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Data-driven decision making for the Dean's office.</a:t>
            </a:r>
          </a:p>
          <a:p>
            <a:r>
              <a:t>• Aggregated Student Cohort Analytics.</a:t>
            </a:r>
          </a:p>
          <a:p>
            <a:r>
              <a:t>• Departmental Performance heatmaps.</a:t>
            </a:r>
          </a:p>
          <a:p>
            <a:r>
              <a:t>• Real-time demand forecasting for campus support 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 Administrator Control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Empowering faculty to focus on teaching, not administrative routing.</a:t>
            </a:r>
          </a:p>
          <a:p>
            <a:r>
              <a:t>• Bulk intervention triggers.</a:t>
            </a:r>
          </a:p>
          <a:p>
            <a:r>
              <a:t>• Automated follow-up on critical student alerts.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Architected for Institutional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EdNex Verified: Enterprise-grade SIS and LMS integration.</a:t>
            </a:r>
          </a:p>
          <a:p>
            <a:r>
              <a:t>• FERPA compliant data handling.</a:t>
            </a:r>
          </a:p>
          <a:p>
            <a:r>
              <a:t>• Cloud-Native Scalability with zero on-prem footprint.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Measurable Institutional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15% increase in retention for targeted high-risk cohorts.</a:t>
            </a:r>
          </a:p>
          <a:p>
            <a:r>
              <a:t>• 4x reduction in administrative 'bounce-around' for student queries.</a:t>
            </a:r>
          </a:p>
          <a:p>
            <a:r>
              <a:t>• Faster time-to-graduation through optimized course pathway navigation.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9.5 Minute Master Platform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[Insert Demo Video Here]</a:t>
            </a:r>
          </a:p>
          <a:p>
            <a:r>
              <a:t>A full walkthrough of the student experience on the live Aumtech platform.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 Roadmap to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Pilot Phase: Selected Department Focus (4 Weeks).</a:t>
            </a:r>
          </a:p>
          <a:p>
            <a:r>
              <a:t>2. SIS Integration: Secure data bridging.</a:t>
            </a:r>
          </a:p>
          <a:p>
            <a:r>
              <a:t>3. Campus-Wide Launch &amp; Adoption Monitoring.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Transforming Student Success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Let's innovate the future of the student experience.</a:t>
            </a:r>
          </a:p>
          <a:p>
            <a:r>
              <a:t>Next Steps: Strategic Alignment &amp; Pilot Scoping.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